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legwork; a person makes the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We collect more Earth observation data than people can read. In the first act, one question compares about 190,000 patches of New York State. In the methane act, the agent scans nine watch areas with one sensor in orbit, then checks the strongest with a sharper one. In the last act, around a hundred vessels an hour broadcast inside one marine reserve. Nobody reads all that by hand. So the agent does the reading and the legwork,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jobs, one platform. The agent drafts;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one model;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I ask a question on the stage, a web app on AWS Fargate behind Amazon CloudFront. It goes to one of four agents, each on its own Amazon Bedrock AgentCore runtime, all using one model, Claude Sonnet 4.6. They read satellite imagery, Clay embeddings and Esri’s maps live; the methane data, radar, ship broadcasts and LiDAR are prepared ahead and cached in S3. Nothing is filed until a person decides; then it posts to Slack. For the technical half: Strands agents, streaming each step to the stage, with session files in S3.</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 the show ends on the officer’s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lit one at a time, with the images it looked at. In the middle, the map: each layer it lands is evidence you can check. And the moment a person decides. In the methane act, I’ll play the analyst and decide whether to file the draft brief. The last act, Dark Vessels, ends on the agent’s own choices, each with its reason, then a prediction of where to look next, checked against past radar days, and a draft patrol tasking. I’ll play the officer and decide whether to approve it.</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stage and the Express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The model is Claude Sonnet 4.6 on Amazon Bedrock, through the US cross-Region inference profile.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Live reads: Sentinel-2 and Sentinel-5P from AWS Open Data, Clay embeddings through a Lambda fan-out with DuckDB, Esri’s ArcGIS MCP server, NASA EMIT and FIRMS, OpenStreetMap and ESA’s Sentinel-1 plans. Prepared ahead: radar and AIS from Microsoft Planetary Computer and Global Fishing Watch, LiDAR from USGS 3DEP, the OGIM and GEM registries, and methane caches warmed the day before and on the day.</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It isn’t on this diagram because it wasn’t confirmed for the stage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731520" y="1417320"/>
            <a:ext cx="10725912" cy="4875480"/>
          </a:xfrm>
          <a:prstGeom prst="roundRect">
            <a:avLst>
              <a:gd name="adj" fmla="val 22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presenter asks through Amazon CloudFront to the web app on AWS Fargate. Four agents, Earth Analyst, AI Archaeologist, Methane Hunter and Dark Vessels, one AgentCore runtime each, sit around one model, Claude Sonnet 4.6, on Amazon Bedrock. Data sources: read live, satellite imagery, Clay embeddings and Esri ArcGIS MCP; prepared ahead and cached in S3, methane sensors, radar and AIS, and LiDAR terrain. A person decides, then the app files the decision and posts it to Slack."/>
          <p:cNvPicPr>
            <a:picLocks noChangeAspect="1"/>
          </p:cNvPicPr>
          <p:nvPr/>
        </p:nvPicPr>
        <p:blipFill>
          <a:blip r:embed="rId3"/>
          <a:stretch>
            <a:fillRect/>
          </a:stretch>
        </p:blipFill>
        <p:spPr>
          <a:xfrm>
            <a:off x="786384" y="1472184"/>
            <a:ext cx="10616184" cy="476575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40"/>
            <a:ext cx="11274552" cy="5410405"/>
          </a:xfrm>
          <a:prstGeom prst="roundRect">
            <a:avLst>
              <a:gd name="adj" fmla="val 20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ile server: API Gateway and TiTiler on Lambda. Stage: Amazon Cognito, AWS WAF on CloudFront, Application Load Balancer, Amazon ECS on Fargate with the React stage and the Express backend, AWS Secrets Manager. Agents: one AgentCore runtime per agent with its main tools, Claude Sonnet 4.6 on Amazon Bedrock, a Lambda for the Clay embeddings. The S3 project bucket holds sessions and filed decisions. Data layer: AWS Open Data, live external APIs, and our S3 caches prepared ahead by build scripts. Filed decisions post to Slack."/>
          <p:cNvPicPr>
            <a:picLocks noChangeAspect="1"/>
          </p:cNvPicPr>
          <p:nvPr/>
        </p:nvPicPr>
        <p:blipFill>
          <a:blip r:embed="rId2"/>
          <a:stretch>
            <a:fillRect/>
          </a:stretch>
        </p:blipFill>
        <p:spPr>
          <a:xfrm>
            <a:off x="512064" y="1060704"/>
            <a:ext cx="11164824" cy="530067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